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Old Standard TT"/>
      <p:regular r:id="rId11"/>
      <p:bold r:id="rId12"/>
      <p: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ldStandardTT-regular.fntdata"/><Relationship Id="rId10" Type="http://schemas.openxmlformats.org/officeDocument/2006/relationships/slide" Target="slides/slide5.xml"/><Relationship Id="rId13" Type="http://schemas.openxmlformats.org/officeDocument/2006/relationships/font" Target="fonts/OldStandardTT-italic.fntdata"/><Relationship Id="rId12" Type="http://schemas.openxmlformats.org/officeDocument/2006/relationships/font" Target="fonts/OldStandardT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d7e1d80b5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d7e1d80b5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d7e1d80b5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d7e1d80b5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d7e1d80b5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d7e1d80b5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d7e1d80b5b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d7e1d80b5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Projet 3 : Codage d'Huffman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Garance Werner–Guyader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Prune Mamalet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GH06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Plan de la présentation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Démonstration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Présentation des types de données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Grandes lignes de Compresser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Grandes lignes de Décompresser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Présentation des types de données</a:t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0863" y="2043100"/>
            <a:ext cx="38862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0613" y="1662163"/>
            <a:ext cx="3286125" cy="18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2700"/>
              <a:t>Grandes lignes de Compresser</a:t>
            </a:r>
            <a:endParaRPr sz="2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700"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module_compresser.ads/.adb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lca.ads/.adb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test_module_compresser.adb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compresser.adb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fr"/>
              <a:t>parcours du fichier.</a:t>
            </a:r>
            <a:r>
              <a:rPr lang="fr"/>
              <a:t>txt</a:t>
            </a:r>
            <a:r>
              <a:rPr lang="fr"/>
              <a:t> et calcul des fréquences des caractères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fr"/>
              <a:t>construction de l'arbre d'Huffman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fr"/>
              <a:t>création de la table de codage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fr"/>
              <a:t>codage du texte</a:t>
            </a:r>
            <a:endParaRPr/>
          </a:p>
          <a:p>
            <a:pPr indent="0" lvl="0" marL="2286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	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Grandes lignes de décompresser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module_decompresser.ads/.adb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decompresser.adb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fr"/>
              <a:t>Parcours de fichier .</a:t>
            </a:r>
            <a:r>
              <a:rPr lang="fr"/>
              <a:t>txt.hff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fr"/>
              <a:t>Récupération de la liste des symboles utilisés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fr"/>
              <a:t>Reconstruction de l'arbre d'Huffman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test_decodage.adb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fr"/>
              <a:t>Décodage d'un texte à partir d'un arbre d'Huffman.</a:t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8725" y="2379794"/>
            <a:ext cx="224425" cy="22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